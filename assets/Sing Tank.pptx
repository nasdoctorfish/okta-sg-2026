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  <p:sldId id="260" r:id="rId5"/>
    <p:sldId id="262" r:id="rId6"/>
    <p:sldId id="257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195" autoAdjust="0"/>
    <p:restoredTop sz="94668"/>
  </p:normalViewPr>
  <p:slideViewPr>
    <p:cSldViewPr snapToGrid="0">
      <p:cViewPr varScale="1">
        <p:scale>
          <a:sx n="80" d="100"/>
          <a:sy n="80" d="100"/>
        </p:scale>
        <p:origin x="200" y="10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D3B39-1F74-A209-0537-6C9FC35FE1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D434AC-190E-133E-5CDA-E479E4FE01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D9B191-1E97-7A87-3578-8107D837A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24F4E-88D6-196D-330D-EBDAA9AE48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F0AA7E-4774-534B-8B5B-609A27834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173309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98E9A-E8C1-CF5F-E914-8BE8119880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3627AF-50FD-F32C-2CAA-FB2C07C94A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B35794-121A-ED79-8719-ACF65B934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4C9A3-B9B7-DF26-298E-8F01D242C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BE7CCD-4C7C-8E39-E35A-E1BBD5FD4E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9556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BE07A0-0C93-5664-ABCF-12E67506A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D85CF5-6FF6-31D5-F34C-05E0B0D31C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CD2585-0925-FF61-64DE-6AEE6DC95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7022F-21CC-296A-E005-228BDD649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BA9400-6CD3-6DEA-A30F-2805AA9D28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463428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89C3E-D4E0-969F-7547-25995081A5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E4DD1-193D-B6B5-2040-35A3519445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0D0669-D516-AB50-F443-ADB9F24570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B0691B-C404-29CF-CDBE-0E2F3953C2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9A345A-4BBA-3384-997F-03BC21FE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5C8DE5-6DA6-9B9A-5D0B-4DF563AFB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534083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E19D4-9FAE-DB19-17C8-D88470B6FA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B5BDB0-83DE-89DC-03F5-17793A3B63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CF439D-30B9-9F8F-F4A0-556A11F25E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8FB1D0-9846-4F85-CAD7-80D317E7504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CBC42F0-A278-509C-1D53-782DB7BD50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19CB054-FE6B-38FF-EEF7-C8D3A0197F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ACB56-E186-BAF1-A5B9-9D7DF2FF5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FC4D53F-8433-7647-E459-396EBDC8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409895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FC7601-56AD-9F95-C4DA-DE6DFD3DA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F221F2-8E0E-E0FE-838C-9DE71BCB82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B482C8-DD44-EE9F-CB94-4DF66ECDE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32ADF6-13E4-081E-FA2C-85707E758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3515081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0F81A9-3F70-2CDA-EE6A-3E030F566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A6E919-1D7B-F023-7368-34045CA6C4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BA0F3F-0F45-D6E9-1B5F-669C767EE9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2098508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65F602-25D7-48E4-A870-E66565B599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781B3-964F-41D7-4B6B-F309EDC84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1142FF-BD9E-EA0A-C2A9-AF4C6C211D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4CD135-FF49-A269-F822-136D963C0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F1955E-C0C6-AAE0-1002-4850B755F4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AAFA48-6F44-B3EA-059E-FE498DB75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79695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AAE96-1B63-6368-13FA-B56442E2B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0D23E2A-D64C-377A-3915-8BEB509C7F6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71095D-0406-1FFE-6CED-11C8C3F76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E721E9-5605-8DE0-FCE1-BAA2616DC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03EECA-CEEE-F41D-AE0A-825CB3279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41B383-73A4-2366-8A49-B32B396C6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788617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325AD-F19B-5945-84B6-28BC65C12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E2C0D9-A4D4-34FE-52A3-FFC70BFAEA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80AE0-8652-ECB9-975E-55B764DF5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6C1F9-B26F-D089-045C-4D6054E795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9C7A1-E9D8-8FD6-E07C-6BB058E2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894318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DE763C9-495D-0827-C1A3-5336DEC68AB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4560B-FB7D-A957-D512-23AC8650C2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635C86-6A5B-5361-C5F8-5BAD9A37A1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26DBA-C993-E3E5-DC9D-69E6B3CFC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C23592-D5FE-DD90-DF02-EB8E10105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90481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414EAC-4B87-D553-EFC1-68FF16AC6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8BE023-EDA9-71FD-C90C-62E35C58D7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880BD3-1CE5-E880-5BA9-744F24CD6E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EBFD31-D109-4CE5-AA54-0D0D9EE57BF3}" type="datetimeFigureOut">
              <a:rPr lang="en-SG" smtClean="0"/>
              <a:t>30/7/26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923AE-6088-DDF2-E8F8-9DA1A6B1AD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5E461B-5EC2-D06F-4DC6-CA8C58F7D4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5CA10A-F147-4B12-852C-39DE43E6E598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4628852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DC81A-9759-F551-AB95-858555DE59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SG" dirty="0"/>
              <a:t>Shark Tank, </a:t>
            </a:r>
            <a:br>
              <a:rPr lang="en-SG" dirty="0"/>
            </a:br>
            <a:r>
              <a:rPr lang="en-SG" dirty="0"/>
              <a:t>OKTA Tank Singapore Ver.</a:t>
            </a:r>
          </a:p>
        </p:txBody>
      </p:sp>
    </p:spTree>
    <p:extLst>
      <p:ext uri="{BB962C8B-B14F-4D97-AF65-F5344CB8AC3E}">
        <p14:creationId xmlns:p14="http://schemas.microsoft.com/office/powerpoint/2010/main" val="1117780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75390511-DA37-EC7B-8D7A-468EED8D4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821" y="2627312"/>
            <a:ext cx="5334000" cy="40005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B154E24-FA26-A2F0-5530-A350AB8EE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862" y="1690688"/>
            <a:ext cx="5017703" cy="398361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356E6E-B46F-DB6D-B74D-0BCA81207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Maxwell Hawker Centre – Ren Min Beer</a:t>
            </a:r>
          </a:p>
        </p:txBody>
      </p:sp>
    </p:spTree>
    <p:extLst>
      <p:ext uri="{BB962C8B-B14F-4D97-AF65-F5344CB8AC3E}">
        <p14:creationId xmlns:p14="http://schemas.microsoft.com/office/powerpoint/2010/main" val="12607243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0FB439-4C1F-571C-1BB5-635C9479E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9055" y="2796659"/>
            <a:ext cx="6430272" cy="369621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FE83E59-6C88-9653-5D8F-6E89BDE0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탄파 오빠짜장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4BA0C-716C-2780-F1C5-06890436A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8874" cy="4351338"/>
          </a:xfrm>
        </p:spPr>
        <p:txBody>
          <a:bodyPr/>
          <a:lstStyle/>
          <a:p>
            <a:r>
              <a:rPr lang="pt-BR" dirty="0"/>
              <a:t>77A Tg Pagar Rd, Singapore 088498</a:t>
            </a:r>
          </a:p>
          <a:p>
            <a:r>
              <a:rPr lang="en-SG" dirty="0"/>
              <a:t>Usable area : </a:t>
            </a:r>
            <a:r>
              <a:rPr lang="en-SG" b="1" dirty="0"/>
              <a:t>970sqft</a:t>
            </a:r>
          </a:p>
          <a:p>
            <a:r>
              <a:rPr lang="en-SG" altLang="ko-KR" dirty="0"/>
              <a:t>22,000/month</a:t>
            </a:r>
            <a:endParaRPr lang="en-SG" dirty="0"/>
          </a:p>
          <a:p>
            <a:endParaRPr lang="en-US" altLang="ko-KR" dirty="0"/>
          </a:p>
          <a:p>
            <a:endParaRPr lang="pt-BR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E36708-843C-C469-A995-251919DC0C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2187" y="294481"/>
            <a:ext cx="3774281" cy="503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5600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0954C69-09F9-4784-DF48-B9269BE2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572" y="3547728"/>
            <a:ext cx="5039428" cy="32580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6552359-EFB1-EAC0-83CD-EECAB05A0D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0163" y="3547728"/>
            <a:ext cx="5792009" cy="325800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A085323-6640-F9D3-DAB6-0DF01047C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Plaza Singapura - PEDRO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5E09E3-CD41-0094-DBD0-D984CFA75B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444207"/>
          </a:xfrm>
        </p:spPr>
        <p:txBody>
          <a:bodyPr/>
          <a:lstStyle/>
          <a:p>
            <a:r>
              <a:rPr lang="en-US" dirty="0"/>
              <a:t>68 Orchard Rd, #01-03 Plaza Singapura, Singapore 238839</a:t>
            </a:r>
          </a:p>
          <a:p>
            <a:r>
              <a:rPr lang="en-SG" dirty="0"/>
              <a:t>Usable Area : 834 </a:t>
            </a:r>
            <a:r>
              <a:rPr lang="en-SG" dirty="0" err="1"/>
              <a:t>sqft</a:t>
            </a:r>
            <a:r>
              <a:rPr lang="en-SG" dirty="0"/>
              <a:t> </a:t>
            </a:r>
          </a:p>
          <a:p>
            <a:r>
              <a:rPr lang="en-SG" altLang="ko-KR" dirty="0"/>
              <a:t>35,000/month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969895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F3B12-448E-539F-1657-1BC22E93C1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KOTRA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57BCF0-6A6C-49A8-8360-2FA7EE55AF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#13-02 Suntec Tower One, 7 Temasek Blvd, 038987</a:t>
            </a:r>
          </a:p>
          <a:p>
            <a:r>
              <a:rPr lang="en-SG" dirty="0"/>
              <a:t>2,000sqft</a:t>
            </a:r>
          </a:p>
          <a:p>
            <a:r>
              <a:rPr lang="en-SG" dirty="0"/>
              <a:t>50,000/month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11707C-D335-62EC-197D-3808650836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087" y="2984912"/>
            <a:ext cx="4638778" cy="367782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ED226D-CE91-1235-F070-251F58B99F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4" t="3978" r="-1" b="4125"/>
          <a:stretch>
            <a:fillRect/>
          </a:stretch>
        </p:blipFill>
        <p:spPr>
          <a:xfrm>
            <a:off x="8443914" y="1585913"/>
            <a:ext cx="3545304" cy="5076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31301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3640F-71D3-3EAF-F693-67385A0E4F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280D95-A907-B4A8-644E-BDB13297F6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Location 1) Hawker Centre – Maxwell Food Centre </a:t>
            </a:r>
          </a:p>
          <a:p>
            <a:r>
              <a:rPr lang="en-SG" dirty="0"/>
              <a:t>Location 2) Commercial - Tanjong Pagar Road Restaurant (Oppa </a:t>
            </a:r>
            <a:r>
              <a:rPr lang="en-SG" dirty="0" err="1"/>
              <a:t>Jjajang</a:t>
            </a:r>
            <a:r>
              <a:rPr lang="en-SG" dirty="0"/>
              <a:t>) </a:t>
            </a:r>
          </a:p>
          <a:p>
            <a:r>
              <a:rPr lang="en-SG" dirty="0"/>
              <a:t>Location 3) Shopping Mall – Plaza Singapura</a:t>
            </a:r>
          </a:p>
          <a:p>
            <a:r>
              <a:rPr lang="en-SG" dirty="0"/>
              <a:t>Location 4)  Business District – </a:t>
            </a:r>
            <a:r>
              <a:rPr lang="en-SG" dirty="0" err="1"/>
              <a:t>Kotra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64668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1610</TotalTime>
  <Words>108</Words>
  <Application>Microsoft Macintosh PowerPoint</Application>
  <PresentationFormat>Widescreen</PresentationFormat>
  <Paragraphs>18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Shark Tank,  OKTA Tank Singapore Ver.</vt:lpstr>
      <vt:lpstr>Maxwell Hawker Centre – Ren Min Beer</vt:lpstr>
      <vt:lpstr>탄파 오빠짜장</vt:lpstr>
      <vt:lpstr>Plaza Singapura - PEDRO</vt:lpstr>
      <vt:lpstr>KOTRA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BELLA LEE</dc:creator>
  <cp:lastModifiedBy>주원 이</cp:lastModifiedBy>
  <cp:revision>6</cp:revision>
  <dcterms:created xsi:type="dcterms:W3CDTF">2026-07-19T13:04:40Z</dcterms:created>
  <dcterms:modified xsi:type="dcterms:W3CDTF">2026-07-30T06:24:55Z</dcterms:modified>
</cp:coreProperties>
</file>