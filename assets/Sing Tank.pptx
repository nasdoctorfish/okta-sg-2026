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2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34" autoAdjust="0"/>
    <p:restoredTop sz="94668"/>
  </p:normalViewPr>
  <p:slideViewPr>
    <p:cSldViewPr snapToGrid="0">
      <p:cViewPr varScale="1">
        <p:scale>
          <a:sx n="111" d="100"/>
          <a:sy n="111" d="100"/>
        </p:scale>
        <p:origin x="24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D3B39-1F74-A209-0537-6C9FC35FE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D434AC-190E-133E-5CDA-E479E4FE0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9B191-1E97-7A87-3578-8107D837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FD31-D109-4CE5-AA54-0D0D9EE57BF3}" type="datetimeFigureOut">
              <a:rPr lang="en-SG" smtClean="0"/>
              <a:t>29/7/26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4F4E-88D6-196D-330D-EBDAA9AE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0AA7E-4774-534B-8B5B-609A27834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10A-F147-4B12-852C-39DE43E6E5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7330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8E9A-E8C1-CF5F-E914-8BE81198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627AF-50FD-F32C-2CAA-FB2C07C94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35794-121A-ED79-8719-ACF65B93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FD31-D109-4CE5-AA54-0D0D9EE57BF3}" type="datetimeFigureOut">
              <a:rPr lang="en-SG" smtClean="0"/>
              <a:t>29/7/26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4C9A3-B9B7-DF26-298E-8F01D242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E7CCD-4C7C-8E39-E35A-E1BBD5FD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10A-F147-4B12-852C-39DE43E6E5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55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07A0-0C93-5664-ABCF-12E67506A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85CF5-6FF6-31D5-F34C-05E0B0D31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D2585-0925-FF61-64DE-6AEE6DC9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FD31-D109-4CE5-AA54-0D0D9EE57BF3}" type="datetimeFigureOut">
              <a:rPr lang="en-SG" smtClean="0"/>
              <a:t>29/7/26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7022F-21CC-296A-E005-228BDD649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A9400-6CD3-6DEA-A30F-2805AA9D2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10A-F147-4B12-852C-39DE43E6E5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46342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89C3E-D4E0-969F-7547-25995081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E4DD1-193D-B6B5-2040-35A3519445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D0669-D516-AB50-F443-ADB9F2457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0691B-C404-29CF-CDBE-0E2F3953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FD31-D109-4CE5-AA54-0D0D9EE57BF3}" type="datetimeFigureOut">
              <a:rPr lang="en-SG" smtClean="0"/>
              <a:t>29/7/26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A345A-4BBA-3384-997F-03BC21FE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C8DE5-6DA6-9B9A-5D0B-4DF563AFB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10A-F147-4B12-852C-39DE43E6E5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4083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E19D4-9FAE-DB19-17C8-D88470B6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5BDB0-83DE-89DC-03F5-17793A3B6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F439D-30B9-9F8F-F4A0-556A11F25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FB1D0-9846-4F85-CAD7-80D317E75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C42F0-A278-509C-1D53-782DB7BD5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9CB054-FE6B-38FF-EEF7-C8D3A0197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FD31-D109-4CE5-AA54-0D0D9EE57BF3}" type="datetimeFigureOut">
              <a:rPr lang="en-SG" smtClean="0"/>
              <a:t>29/7/26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3ACB56-E186-BAF1-A5B9-9D7DF2FF5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C4D53F-8433-7647-E459-396EBDC8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10A-F147-4B12-852C-39DE43E6E5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0989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C7601-56AD-9F95-C4DA-DE6DFD3DA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221F2-8E0E-E0FE-838C-9DE71BCB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FD31-D109-4CE5-AA54-0D0D9EE57BF3}" type="datetimeFigureOut">
              <a:rPr lang="en-SG" smtClean="0"/>
              <a:t>29/7/26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482C8-DD44-EE9F-CB94-4DF66ECD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2ADF6-13E4-081E-FA2C-85707E75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10A-F147-4B12-852C-39DE43E6E5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1508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0F81A9-3F70-2CDA-EE6A-3E030F56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FD31-D109-4CE5-AA54-0D0D9EE57BF3}" type="datetimeFigureOut">
              <a:rPr lang="en-SG" smtClean="0"/>
              <a:t>29/7/26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A6E919-1D7B-F023-7368-34045CA6C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A0F3F-0F45-D6E9-1B5F-669C767E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10A-F147-4B12-852C-39DE43E6E5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985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F602-25D7-48E4-A870-E66565B5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781B3-964F-41D7-4B6B-F309EDC84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142FF-BD9E-EA0A-C2A9-AF4C6C211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CD135-FF49-A269-F822-136D963C0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FD31-D109-4CE5-AA54-0D0D9EE57BF3}" type="datetimeFigureOut">
              <a:rPr lang="en-SG" smtClean="0"/>
              <a:t>29/7/26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1955E-C0C6-AAE0-1002-4850B755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AFA48-6F44-B3EA-059E-FE498DB7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10A-F147-4B12-852C-39DE43E6E5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9695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AAE96-1B63-6368-13FA-B56442E2B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D23E2A-D64C-377A-3915-8BEB509C7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1095D-0406-1FFE-6CED-11C8C3F76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721E9-5605-8DE0-FCE1-BAA2616D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FD31-D109-4CE5-AA54-0D0D9EE57BF3}" type="datetimeFigureOut">
              <a:rPr lang="en-SG" smtClean="0"/>
              <a:t>29/7/26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3EECA-CEEE-F41D-AE0A-825CB327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1B383-73A4-2366-8A49-B32B396C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10A-F147-4B12-852C-39DE43E6E5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8617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25AD-F19B-5945-84B6-28BC65C1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2C0D9-A4D4-34FE-52A3-FFC70BFAE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80AE0-8652-ECB9-975E-55B764DF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FD31-D109-4CE5-AA54-0D0D9EE57BF3}" type="datetimeFigureOut">
              <a:rPr lang="en-SG" smtClean="0"/>
              <a:t>29/7/26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6C1F9-B26F-D089-045C-4D6054E7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9C7A1-E9D8-8FD6-E07C-6BB058E2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10A-F147-4B12-852C-39DE43E6E5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943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763C9-495D-0827-C1A3-5336DEC68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4560B-FB7D-A957-D512-23AC8650C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35C86-6A5B-5361-C5F8-5BAD9A37A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FD31-D109-4CE5-AA54-0D0D9EE57BF3}" type="datetimeFigureOut">
              <a:rPr lang="en-SG" smtClean="0"/>
              <a:t>29/7/26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26DBA-C993-E3E5-DC9D-69E6B3CF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23592-D5FE-DD90-DF02-EB8E1010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10A-F147-4B12-852C-39DE43E6E5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481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414EAC-4B87-D553-EFC1-68FF16AC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BE023-EDA9-71FD-C90C-62E35C58D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80BD3-1CE5-E880-5BA9-744F24CD6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BFD31-D109-4CE5-AA54-0D0D9EE57BF3}" type="datetimeFigureOut">
              <a:rPr lang="en-SG" smtClean="0"/>
              <a:t>29/7/26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923AE-6088-DDF2-E8F8-9DA1A6B1A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E461B-5EC2-D06F-4DC6-CA8C58F7D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CA10A-F147-4B12-852C-39DE43E6E5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288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C81A-9759-F551-AB95-858555DE59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Shark Tank, </a:t>
            </a:r>
            <a:br>
              <a:rPr lang="en-SG" dirty="0"/>
            </a:br>
            <a:r>
              <a:rPr lang="en-SG" dirty="0"/>
              <a:t>OKTA Tank Singapore Ver.</a:t>
            </a:r>
          </a:p>
        </p:txBody>
      </p:sp>
    </p:spTree>
    <p:extLst>
      <p:ext uri="{BB962C8B-B14F-4D97-AF65-F5344CB8AC3E}">
        <p14:creationId xmlns:p14="http://schemas.microsoft.com/office/powerpoint/2010/main" val="1117780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5390511-DA37-EC7B-8D7A-468EED8D4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821" y="2627312"/>
            <a:ext cx="5334000" cy="400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154E24-FA26-A2F0-5530-A350AB8EE0C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8297" y="2627312"/>
            <a:ext cx="5017703" cy="3983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356E6E-B46F-DB6D-B74D-0BCA8120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Maxwell Hawker Centre – Ren Min Beer</a:t>
            </a:r>
          </a:p>
        </p:txBody>
      </p:sp>
    </p:spTree>
    <p:extLst>
      <p:ext uri="{BB962C8B-B14F-4D97-AF65-F5344CB8AC3E}">
        <p14:creationId xmlns:p14="http://schemas.microsoft.com/office/powerpoint/2010/main" val="126072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0FB439-4C1F-571C-1BB5-635C9479E5F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23528" y="2702461"/>
            <a:ext cx="6430272" cy="3696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E83E59-6C88-9653-5D8F-6E89BDE0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탄파 오빠짜장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4BA0C-716C-2780-F1C5-06890436A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28874" cy="4351338"/>
          </a:xfrm>
        </p:spPr>
        <p:txBody>
          <a:bodyPr/>
          <a:lstStyle/>
          <a:p>
            <a:r>
              <a:rPr lang="pt-BR" dirty="0"/>
              <a:t>77A Tg Pagar Rd, Singapore 088498</a:t>
            </a:r>
          </a:p>
          <a:p>
            <a:r>
              <a:rPr lang="en-SG" dirty="0"/>
              <a:t>Usable area : </a:t>
            </a:r>
            <a:r>
              <a:rPr lang="en-SG" b="1" dirty="0"/>
              <a:t>970sqft</a:t>
            </a:r>
          </a:p>
          <a:p>
            <a:r>
              <a:rPr lang="en-SG" altLang="ko-KR" dirty="0"/>
              <a:t>22,000/month</a:t>
            </a:r>
            <a:endParaRPr lang="en-SG" dirty="0"/>
          </a:p>
          <a:p>
            <a:endParaRPr lang="en-US" altLang="ko-KR" dirty="0"/>
          </a:p>
          <a:p>
            <a:endParaRPr lang="pt-B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E36708-843C-C469-A995-251919DC0C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187" y="294481"/>
            <a:ext cx="3774281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60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954C69-09F9-4784-DF48-B9269BE24C2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56572" y="3547728"/>
            <a:ext cx="5039428" cy="3258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552359-EFB1-EAC0-83CD-EECAB05A0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163" y="3547728"/>
            <a:ext cx="5792009" cy="32580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085323-6640-F9D3-DAB6-0DF01047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Plaza Singapura - PEDRO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E09E3-CD41-0094-DBD0-D984CFA75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44207"/>
          </a:xfrm>
        </p:spPr>
        <p:txBody>
          <a:bodyPr/>
          <a:lstStyle/>
          <a:p>
            <a:r>
              <a:rPr lang="en-US" dirty="0"/>
              <a:t>68 Orchard Rd, #01-03 Plaza Singapura, Singapore 238839</a:t>
            </a:r>
          </a:p>
          <a:p>
            <a:r>
              <a:rPr lang="en-SG" dirty="0"/>
              <a:t>Usable Area : 834 </a:t>
            </a:r>
            <a:r>
              <a:rPr lang="en-SG" dirty="0" err="1"/>
              <a:t>sqft</a:t>
            </a:r>
            <a:r>
              <a:rPr lang="en-SG" dirty="0"/>
              <a:t> </a:t>
            </a:r>
          </a:p>
          <a:p>
            <a:r>
              <a:rPr lang="en-SG" altLang="ko-KR" dirty="0"/>
              <a:t>35,000/month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69895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3B12-448E-539F-1657-1BC22E93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KOTRA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7BCF0-6A6C-49A8-8360-2FA7EE55A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#13-02 Suntec Tower One, 7 Temasek Blvd, 038987</a:t>
            </a:r>
          </a:p>
          <a:p>
            <a:r>
              <a:rPr lang="en-SG" dirty="0"/>
              <a:t>2,000sqft</a:t>
            </a:r>
          </a:p>
          <a:p>
            <a:r>
              <a:rPr lang="en-SG" dirty="0"/>
              <a:t>50,000/month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1707C-D335-62EC-197D-3808650836F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748087" y="2984912"/>
            <a:ext cx="4638778" cy="3677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ED226D-CE91-1235-F070-251F58B99F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" t="3978" r="-1" b="4125"/>
          <a:stretch>
            <a:fillRect/>
          </a:stretch>
        </p:blipFill>
        <p:spPr>
          <a:xfrm>
            <a:off x="8443914" y="1585913"/>
            <a:ext cx="3545304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30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3640F-71D3-3EAF-F693-67385A0E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0D95-A907-B4A8-644E-BDB13297F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Location 1) Hawker Centre – Maxwell Food Centre </a:t>
            </a:r>
          </a:p>
          <a:p>
            <a:r>
              <a:rPr lang="en-SG" dirty="0"/>
              <a:t>Location 2) Commercial - Tanjong Pagar Road Restaurant (Oppa </a:t>
            </a:r>
            <a:r>
              <a:rPr lang="en-SG" dirty="0" err="1"/>
              <a:t>Jjajang</a:t>
            </a:r>
            <a:r>
              <a:rPr lang="en-SG" dirty="0"/>
              <a:t>) </a:t>
            </a:r>
          </a:p>
          <a:p>
            <a:r>
              <a:rPr lang="en-SG" dirty="0"/>
              <a:t>Location 3) Shopping Mall – Plaza Singapura</a:t>
            </a:r>
          </a:p>
          <a:p>
            <a:r>
              <a:rPr lang="en-SG" dirty="0"/>
              <a:t>Location 4)  Business District – </a:t>
            </a:r>
            <a:r>
              <a:rPr lang="en-SG" dirty="0" err="1"/>
              <a:t>Kotra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64668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4367</TotalTime>
  <Words>108</Words>
  <Application>Microsoft Macintosh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Shark Tank,  OKTA Tank Singapore Ver.</vt:lpstr>
      <vt:lpstr>Maxwell Hawker Centre – Ren Min Beer</vt:lpstr>
      <vt:lpstr>탄파 오빠짜장</vt:lpstr>
      <vt:lpstr>Plaza Singapura - PEDRO</vt:lpstr>
      <vt:lpstr>KOTRA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BELLA LEE</dc:creator>
  <cp:lastModifiedBy>주원 이</cp:lastModifiedBy>
  <cp:revision>6</cp:revision>
  <dcterms:created xsi:type="dcterms:W3CDTF">2026-07-19T13:04:40Z</dcterms:created>
  <dcterms:modified xsi:type="dcterms:W3CDTF">2026-07-31T10:16:04Z</dcterms:modified>
</cp:coreProperties>
</file>